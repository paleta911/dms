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Anton" pitchFamily="2" charset="0"/>
      <p:regular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1ibflD4dY0F4R53zULqBOBvlC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278194" y="1236508"/>
            <a:ext cx="9635612" cy="74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nton"/>
              <a:buNone/>
            </a:pPr>
            <a:r>
              <a:rPr lang="es-MX" sz="4400" b="1" i="0" u="none" strike="noStrike" cap="none" dirty="0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Sistema Digital de Gestión Documental - Central El Potrero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213845" y="2095674"/>
            <a:ext cx="6221507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lang="es-MX" sz="20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presentado por: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</a:pPr>
            <a:r>
              <a:rPr lang="es-MX" sz="1800" dirty="0">
                <a:latin typeface="Montserrat"/>
                <a:ea typeface="Montserrat"/>
                <a:cs typeface="Montserrat"/>
                <a:sym typeface="Montserrat"/>
              </a:rPr>
              <a:t>[nombre completo del alumno]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</a:pPr>
            <a:r>
              <a:rPr lang="es-MX" sz="18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Empresa: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</a:pPr>
            <a:r>
              <a:rPr lang="es-MX" sz="1800" dirty="0">
                <a:latin typeface="Montserrat"/>
                <a:ea typeface="Montserrat"/>
                <a:cs typeface="Montserrat"/>
                <a:sym typeface="Montserrat"/>
              </a:rPr>
              <a:t>[nombre de la empresa]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</a:pPr>
            <a:r>
              <a:rPr lang="es-MX" sz="18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Dirigida por: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</a:pPr>
            <a:r>
              <a:rPr lang="es-MX" sz="1800" dirty="0">
                <a:latin typeface="Montserrat"/>
                <a:ea typeface="Montserrat"/>
                <a:cs typeface="Montserrat"/>
                <a:sym typeface="Montserrat"/>
              </a:rPr>
              <a:t>[asesor académico]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</a:pPr>
            <a:r>
              <a:rPr lang="es-MX" sz="1800" dirty="0">
                <a:latin typeface="Montserrat"/>
                <a:ea typeface="Montserrat"/>
                <a:cs typeface="Montserrat"/>
                <a:sym typeface="Montserrat"/>
              </a:rPr>
              <a:t>16 de abril del 2026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s-MX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MX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853110" y="1425423"/>
            <a:ext cx="2114169" cy="54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Agenda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es-MX" sz="1800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Isaí López Fuentes 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1910194" y="1976190"/>
            <a:ext cx="3765774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I. Introducción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II. Problemática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III. Objetivo general</a:t>
            </a:r>
            <a:endParaRPr/>
          </a:p>
          <a:p>
            <a:pPr marL="457200" marR="0" lvl="1" indent="-1079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nton"/>
              <a:buChar char="•"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Objetivos específicos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IV. Justificación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V. Metodología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VI. Desarrollo de solución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VII. Análisis de resultados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VIII. Trabajos futuros (Recomendaciones)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IX. Referencias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46314" y="1632857"/>
            <a:ext cx="422637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nton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I. Introducción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021975" y="2274311"/>
            <a:ext cx="107877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nton"/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[Tiene la finalidad de proporcionar una visión general de los objetivos y el contenido del documento:</a:t>
            </a:r>
            <a:endParaRPr sz="1800" b="0" i="0" u="none" strike="noStrike" cap="none">
              <a:solidFill>
                <a:srgbClr val="3F3F3F"/>
              </a:solidFill>
              <a:latin typeface="Anton"/>
              <a:ea typeface="Anton"/>
              <a:cs typeface="Anton"/>
              <a:sym typeface="Anton"/>
            </a:endParaRPr>
          </a:p>
          <a:p>
            <a:pPr marL="404813" marR="0" lvl="0" indent="-1539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presenta el proyecto y empresa,</a:t>
            </a:r>
            <a:endParaRPr sz="1800" b="0" i="0" u="none" strike="noStrike" cap="none">
              <a:solidFill>
                <a:srgbClr val="3F3F3F"/>
              </a:solidFill>
              <a:latin typeface="Anton"/>
              <a:ea typeface="Anton"/>
              <a:cs typeface="Anton"/>
              <a:sym typeface="Anton"/>
            </a:endParaRPr>
          </a:p>
          <a:p>
            <a:pPr marL="404813" marR="0" lvl="0" indent="-1539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aporta datos relevantes sobre el reporte,</a:t>
            </a:r>
            <a:endParaRPr sz="1800" b="0" i="0" u="none" strike="noStrike" cap="none">
              <a:solidFill>
                <a:srgbClr val="3F3F3F"/>
              </a:solidFill>
              <a:latin typeface="Anton"/>
              <a:ea typeface="Anton"/>
              <a:cs typeface="Anton"/>
              <a:sym typeface="Anton"/>
            </a:endParaRPr>
          </a:p>
          <a:p>
            <a:pPr marL="404813" marR="0" lvl="0" indent="-1539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expresa los logros alcanzados, sus limitaciones de ejecución y sus posibilidades; es decir, sus fortalezas y debilidades.]</a:t>
            </a:r>
            <a:endParaRPr sz="1800" b="0" i="0" u="none" strike="noStrike" cap="none">
              <a:solidFill>
                <a:srgbClr val="3F3F3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381000" y="1621971"/>
            <a:ext cx="5715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nton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II. Planteamiento del problema</a:t>
            </a:r>
            <a:endParaRPr sz="32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43642" y="2145191"/>
            <a:ext cx="104384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[Describe con claridad la problemática detectada en la empresa, sus causas, su impacto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y la razón por la cual requirió atención mediante este proyecto.]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381000" y="1621971"/>
            <a:ext cx="5715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nton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III. Objetivo general y específicos</a:t>
            </a:r>
            <a:endParaRPr sz="32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068721" y="2196779"/>
            <a:ext cx="940033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Expone el propósito principal del proyecto y las acciones específicas necesarias para alcanzarlo,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nton"/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redactadas con verbos en infinitivo.]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381000" y="1621971"/>
            <a:ext cx="5715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nton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IV. Justificación</a:t>
            </a:r>
            <a:endParaRPr sz="32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843642" y="2136502"/>
            <a:ext cx="10737188" cy="10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[presenta argumentos de soporte que justifican la solución planteada]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381000" y="1621971"/>
            <a:ext cx="5715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nton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V. Metodología</a:t>
            </a:r>
            <a:endParaRPr sz="32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64776" y="2352800"/>
            <a:ext cx="1080776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En este apartado se debe describir la metodología utilizada para desarrollar el proyecto, especificando las fases,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nton"/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 actividades, técnicas, herramientas e instrumentos empleados durante su ejecución.]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381000" y="1621971"/>
            <a:ext cx="5715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nton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VI. Desarrollo de la Solución</a:t>
            </a:r>
            <a:endParaRPr sz="32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843642" y="2145191"/>
            <a:ext cx="93554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En este apartado se describe el desarrollo de la solución propuesta, así como los productos,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nton"/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 entregables o artefactos generados y su contribución para resolver la problemática identificada.]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381000" y="1621971"/>
            <a:ext cx="5715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nton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VII. Análisis de Resultados</a:t>
            </a:r>
            <a:endParaRPr sz="32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43642" y="2196779"/>
            <a:ext cx="897393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Presenta y analiza los resultados obtenidos, evidenciando el cumplimiento de los objetivos y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nton"/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el impacto de la solución implementada.]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381000" y="1621971"/>
            <a:ext cx="5715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nton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VIII. Trabajos Futuros</a:t>
            </a:r>
            <a:endParaRPr sz="32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965273" y="2196779"/>
            <a:ext cx="85940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nton"/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[Señala recomendaciones, mejoras o acciones posteriores que permitan dar continuidad,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nton"/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fortalecer o ampliar el alcance del proyecto.]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/>
        </p:nvSpPr>
        <p:spPr>
          <a:xfrm>
            <a:off x="0" y="5347120"/>
            <a:ext cx="1687285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s-MX" sz="16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16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0" y="572187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381000" y="1621971"/>
            <a:ext cx="5715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nton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IX. Referencias Bibliográficas</a:t>
            </a:r>
            <a:endParaRPr sz="32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1053946" y="2095427"/>
            <a:ext cx="1075705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nton"/>
              <a:buNone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[Se recomienda usar el formato APA para citar las referencias:</a:t>
            </a:r>
            <a:endParaRPr sz="1800" b="0" i="0" u="none" strike="noStrike" cap="none">
              <a:solidFill>
                <a:srgbClr val="3F3F3F"/>
              </a:solidFill>
              <a:latin typeface="Anton"/>
              <a:ea typeface="Anton"/>
              <a:cs typeface="Anton"/>
              <a:sym typeface="Anto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Primeramente, se colocará las fichas bibliográficas de los libros consultados.</a:t>
            </a:r>
            <a:endParaRPr sz="1800" b="0" i="0" u="none" strike="noStrike" cap="none">
              <a:solidFill>
                <a:srgbClr val="3F3F3F"/>
              </a:solidFill>
              <a:latin typeface="Anton"/>
              <a:ea typeface="Anton"/>
              <a:cs typeface="Anton"/>
              <a:sym typeface="Anto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Posteriormente, aparecerán las fichas de periódicos y revistas.</a:t>
            </a:r>
            <a:endParaRPr sz="1800" b="0" i="0" u="none" strike="noStrike" cap="none">
              <a:solidFill>
                <a:srgbClr val="3F3F3F"/>
              </a:solidFill>
              <a:latin typeface="Anton"/>
              <a:ea typeface="Anton"/>
              <a:cs typeface="Anton"/>
              <a:sym typeface="Anto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MX" sz="1800" b="0" i="0" u="none" strike="noStrike" cap="none">
                <a:solidFill>
                  <a:srgbClr val="3F3F3F"/>
                </a:solidFill>
                <a:latin typeface="Anton"/>
                <a:ea typeface="Anton"/>
                <a:cs typeface="Anton"/>
                <a:sym typeface="Anton"/>
              </a:rPr>
              <a:t>Como tercera referencia aparecerán los documentos electrónicos.]</a:t>
            </a:r>
            <a:endParaRPr sz="1800" b="0" i="0" u="none" strike="noStrike" cap="none">
              <a:solidFill>
                <a:srgbClr val="3F3F3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/>
        </p:nvSpPr>
        <p:spPr>
          <a:xfrm>
            <a:off x="2690448" y="1719572"/>
            <a:ext cx="68110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nton"/>
              <a:buNone/>
            </a:pPr>
            <a:r>
              <a:rPr lang="es-MX" sz="44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Gracias por su atención</a:t>
            </a:r>
            <a:endParaRPr sz="48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3309026" y="2847633"/>
            <a:ext cx="5573949" cy="162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rgbClr val="3F3F3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4675409" y="3283384"/>
            <a:ext cx="2841171" cy="3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s-MX" sz="1800" b="0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Nombre Completo del Alumno</a:t>
            </a:r>
            <a:endParaRPr sz="1800" b="0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5323466" y="2666713"/>
            <a:ext cx="1545056" cy="61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595959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 sz="2800" b="1" i="0" u="none" strike="noStrike" cap="none">
              <a:solidFill>
                <a:srgbClr val="595959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Panorámica</PresentationFormat>
  <Paragraphs>78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Montserrat</vt:lpstr>
      <vt:lpstr>Anton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Jesús Ricardo Andrade Carbajal</cp:lastModifiedBy>
  <cp:revision>2</cp:revision>
  <dcterms:modified xsi:type="dcterms:W3CDTF">2026-04-16T02:47:13Z</dcterms:modified>
</cp:coreProperties>
</file>